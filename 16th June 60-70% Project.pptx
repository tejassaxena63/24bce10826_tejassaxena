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1pPr>
    <a:lvl2pPr marL="0" marR="0" indent="4572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2pPr>
    <a:lvl3pPr marL="0" marR="0" indent="9144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3pPr>
    <a:lvl4pPr marL="0" marR="0" indent="13716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4pPr>
    <a:lvl5pPr marL="0" marR="0" indent="18288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5pPr>
    <a:lvl6pPr marL="0" marR="0" indent="22860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6pPr>
    <a:lvl7pPr marL="0" marR="0" indent="27432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7pPr>
    <a:lvl8pPr marL="0" marR="0" indent="32004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8pPr>
    <a:lvl9pPr marL="0" marR="0" indent="3657600" algn="l" defTabSz="2438338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b="0" baseline="0" cap="none" i="0" spc="0" strike="noStrike" sz="4000" u="none" kumimoji="0" normalizeH="0">
        <a:ln>
          <a:noFill/>
        </a:ln>
        <a:solidFill>
          <a:srgbClr val="FFFFFF"/>
        </a:solidFill>
        <a:effectLst/>
        <a:uFillTx/>
        <a:latin typeface="Graphik Light"/>
        <a:ea typeface="Graphik Light"/>
        <a:cs typeface="Graphik Light"/>
        <a:sym typeface="Graphik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381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381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381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0C768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537F67"/>
          </a:solidFill>
        </a:fill>
      </a:tcStyle>
    </a:firstCol>
    <a:lastRow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rgbClr val="537F67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008728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Graphik"/>
          <a:ea typeface="Graphik"/>
          <a:cs typeface="Graphik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97492"/>
              <a:satOff val="-3125"/>
              <a:lumOff val="27021"/>
            </a:schemeClr>
          </a:solidFill>
        </a:fill>
      </a:tcStyle>
    </a:wholeTbl>
    <a:band2H>
      <a:tcTxStyle b="def" i="def"/>
      <a:tcStyle>
        <a:tcBdr/>
        <a:fill>
          <a:solidFill>
            <a:srgbClr val="FFFB00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410732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38100" cap="flat">
              <a:solidFill>
                <a:schemeClr val="accent4">
                  <a:hueOff val="-41073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97492"/>
              <a:satOff val="-3125"/>
              <a:lumOff val="27021"/>
            </a:schemeClr>
          </a:solidFill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000000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-7370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F9DFE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114748"/>
              <a:satOff val="1446"/>
              <a:lumOff val="-8963"/>
            </a:schemeClr>
          </a:solidFill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chemeClr val="accent6">
                  <a:hueOff val="114748"/>
                  <a:satOff val="1446"/>
                  <a:lumOff val="-896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chemeClr val="accent6">
              <a:satOff val="-21357"/>
              <a:lumOff val="-20662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Graphik"/>
          <a:ea typeface="Graphik"/>
          <a:cs typeface="Graphik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929292"/>
          </a:solidFill>
        </a:fill>
      </a:tcStyle>
    </a:band2H>
    <a:firstCol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381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381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Graphik Semibold"/>
          <a:ea typeface="Graphik Semibold"/>
          <a:cs typeface="Graphik Semibold"/>
        </a:font>
        <a:srgbClr val="FFFFFF"/>
      </a:tcTxStyle>
      <a:tcStyle>
        <a:tcBdr>
          <a:left>
            <a:ln w="12700" cap="flat">
              <a:solidFill>
                <a:srgbClr val="D5D5D5"/>
              </a:solidFill>
              <a:prstDash val="solid"/>
              <a:miter lim="400000"/>
            </a:ln>
          </a:left>
          <a:right>
            <a:ln w="12700" cap="flat">
              <a:solidFill>
                <a:srgbClr val="D5D5D5"/>
              </a:solidFill>
              <a:prstDash val="solid"/>
              <a:miter lim="400000"/>
            </a:ln>
          </a:right>
          <a:top>
            <a:ln w="12700" cap="flat">
              <a:solidFill>
                <a:srgbClr val="D5D5D5"/>
              </a:solidFill>
              <a:prstDash val="solid"/>
              <a:miter lim="400000"/>
            </a:ln>
          </a:top>
          <a:bottom>
            <a:ln w="12700" cap="flat">
              <a:solidFill>
                <a:srgbClr val="D5D5D5"/>
              </a:solidFill>
              <a:prstDash val="solid"/>
              <a:miter lim="400000"/>
            </a:ln>
          </a:bottom>
          <a:insideH>
            <a:ln w="12700" cap="flat">
              <a:solidFill>
                <a:srgbClr val="D5D5D5"/>
              </a:solidFill>
              <a:prstDash val="solid"/>
              <a:miter lim="400000"/>
            </a:ln>
          </a:insideH>
          <a:insideV>
            <a:ln w="12700" cap="flat">
              <a:solidFill>
                <a:srgbClr val="D5D5D5"/>
              </a:solidFill>
              <a:prstDash val="solid"/>
              <a:miter lim="400000"/>
            </a:ln>
          </a:insideV>
        </a:tcBdr>
        <a:fill>
          <a:solidFill>
            <a:srgbClr val="5E5E5E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6500" y="12268782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1206500" y="7357839"/>
            <a:ext cx="21971000" cy="2006601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Presentation Title"/>
          <p:cNvSpPr txBox="1"/>
          <p:nvPr>
            <p:ph type="title" hasCustomPrompt="1"/>
          </p:nvPr>
        </p:nvSpPr>
        <p:spPr>
          <a:xfrm>
            <a:off x="1206500" y="2621719"/>
            <a:ext cx="21971000" cy="4648201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eometric grey stone architecture"/>
          <p:cNvSpPr/>
          <p:nvPr>
            <p:ph type="pic" idx="21"/>
          </p:nvPr>
        </p:nvSpPr>
        <p:spPr>
          <a:xfrm>
            <a:off x="0" y="-4381500"/>
            <a:ext cx="24384001" cy="1828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Author and Date"/>
          <p:cNvSpPr txBox="1"/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3" name="Body Level One…"/>
          <p:cNvSpPr txBox="1"/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Presentation Title"/>
          <p:cNvSpPr txBox="1"/>
          <p:nvPr>
            <p:ph type="title" hasCustomPrompt="1"/>
          </p:nvPr>
        </p:nvSpPr>
        <p:spPr>
          <a:xfrm>
            <a:off x="1206500" y="2611945"/>
            <a:ext cx="21971000" cy="4648201"/>
          </a:xfrm>
          <a:prstGeom prst="rect">
            <a:avLst/>
          </a:prstGeom>
        </p:spPr>
        <p:txBody>
          <a:bodyPr anchor="b"/>
          <a:lstStyle>
            <a:lvl1pPr defTabSz="355600">
              <a:defRPr spc="-119" sz="120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eometric grey stone architecture"/>
          <p:cNvSpPr/>
          <p:nvPr>
            <p:ph type="pic" idx="21"/>
          </p:nvPr>
        </p:nvSpPr>
        <p:spPr>
          <a:xfrm>
            <a:off x="5707496" y="-660400"/>
            <a:ext cx="20053301" cy="150420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1494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Angular stone architecture in light and shadow"/>
          <p:cNvSpPr/>
          <p:nvPr>
            <p:ph type="pic" idx="22"/>
          </p:nvPr>
        </p:nvSpPr>
        <p:spPr>
          <a:xfrm>
            <a:off x="12382500" y="0"/>
            <a:ext cx="21945600" cy="13716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xfrm>
            <a:off x="23558500" y="12483845"/>
            <a:ext cx="361188" cy="4041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Slide Title"/>
          <p:cNvSpPr txBox="1"/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3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500" y="3906899"/>
            <a:ext cx="21971004" cy="4648201"/>
          </a:xfrm>
          <a:prstGeom prst="rect">
            <a:avLst/>
          </a:prstGeom>
        </p:spPr>
        <p:txBody>
          <a:bodyPr anchor="ctr"/>
          <a:lstStyle>
            <a:lvl1pPr>
              <a:defRPr spc="-119" sz="12000"/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Subtitle"/>
          <p:cNvSpPr txBox="1"/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09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6000"/>
              </a:spcBef>
              <a:buSzTx/>
              <a:buNone/>
              <a:defRPr sz="5000"/>
            </a:lvl1pPr>
            <a:lvl2pPr marL="0" indent="457200" defTabSz="825500">
              <a:spcBef>
                <a:spcPts val="6000"/>
              </a:spcBef>
              <a:buSzTx/>
              <a:buNone/>
              <a:defRPr sz="5000"/>
            </a:lvl2pPr>
            <a:lvl3pPr marL="0" indent="914400" defTabSz="825500">
              <a:spcBef>
                <a:spcPts val="6000"/>
              </a:spcBef>
              <a:buSzTx/>
              <a:buNone/>
              <a:defRPr sz="5000"/>
            </a:lvl3pPr>
            <a:lvl4pPr marL="0" indent="1371600" defTabSz="825500">
              <a:spcBef>
                <a:spcPts val="6000"/>
              </a:spcBef>
              <a:buSzTx/>
              <a:buNone/>
              <a:defRPr sz="5000"/>
            </a:lvl4pPr>
            <a:lvl5pPr marL="0" indent="1828800" defTabSz="825500">
              <a:spcBef>
                <a:spcPts val="6000"/>
              </a:spcBef>
              <a:buSzTx/>
              <a:buNone/>
              <a:defRPr sz="50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0" name="Agenda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>
              <a:lnSpc>
                <a:spcPct val="90000"/>
              </a:lnSpc>
              <a:spcBef>
                <a:spcPts val="0"/>
              </a:spcBef>
              <a:buSzTx/>
              <a:buNone/>
              <a:defRPr spc="-119" sz="12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207360"/>
            <a:ext cx="21971000" cy="7351451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>
              <a:lnSpc>
                <a:spcPct val="90000"/>
              </a:lnSpc>
              <a:spcBef>
                <a:spcPts val="0"/>
              </a:spcBef>
              <a:buSzTx/>
              <a:buNone/>
              <a:defRPr spc="-1750" sz="350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pc="-55" sz="550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Body Level One…"/>
          <p:cNvSpPr txBox="1"/>
          <p:nvPr>
            <p:ph type="body" sz="quarter" idx="1" hasCustomPrompt="1"/>
          </p:nvPr>
        </p:nvSpPr>
        <p:spPr>
          <a:xfrm>
            <a:off x="5194300" y="4165600"/>
            <a:ext cx="13995400" cy="4428667"/>
          </a:xfrm>
          <a:prstGeom prst="rect">
            <a:avLst/>
          </a:prstGeom>
        </p:spPr>
        <p:txBody>
          <a:bodyPr anchor="b"/>
          <a:lstStyle>
            <a:lvl1pPr marL="254000" indent="-2540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>
              <a:lnSpc>
                <a:spcPct val="90000"/>
              </a:lnSpc>
              <a:spcBef>
                <a:spcPts val="0"/>
              </a:spcBef>
              <a:buSzTx/>
              <a:buNone/>
              <a:defRPr spc="-93" sz="93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6" name="Attribution"/>
          <p:cNvSpPr txBox="1"/>
          <p:nvPr>
            <p:ph type="body" sz="quarter" idx="21" hasCustomPrompt="1"/>
          </p:nvPr>
        </p:nvSpPr>
        <p:spPr>
          <a:xfrm>
            <a:off x="5456257" y="9559997"/>
            <a:ext cx="13471486" cy="698501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Wavy pink and orange architecture against a blue sky"/>
          <p:cNvSpPr/>
          <p:nvPr>
            <p:ph type="pic" sz="quarter" idx="21"/>
          </p:nvPr>
        </p:nvSpPr>
        <p:spPr>
          <a:xfrm>
            <a:off x="73533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Low-angle view of the corner of a modern building under a clear blue sky"/>
          <p:cNvSpPr/>
          <p:nvPr>
            <p:ph type="pic" sz="quarter" idx="22"/>
          </p:nvPr>
        </p:nvSpPr>
        <p:spPr>
          <a:xfrm>
            <a:off x="146177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Low-angle view of a stone bridge under a partly cloudy sky"/>
          <p:cNvSpPr/>
          <p:nvPr>
            <p:ph type="pic" sz="quarter" idx="23"/>
          </p:nvPr>
        </p:nvSpPr>
        <p:spPr>
          <a:xfrm>
            <a:off x="61386" y="3632200"/>
            <a:ext cx="9690101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Low-angle view of a modern, metal building"/>
          <p:cNvSpPr/>
          <p:nvPr>
            <p:ph type="pic" idx="21"/>
          </p:nvPr>
        </p:nvSpPr>
        <p:spPr>
          <a:xfrm>
            <a:off x="-38100" y="-1295400"/>
            <a:ext cx="24447500" cy="1629551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xfrm>
            <a:off x="23558500" y="12483845"/>
            <a:ext cx="361188" cy="404115"/>
          </a:xfrm>
          <a:prstGeom prst="rect">
            <a:avLst/>
          </a:prstGeom>
        </p:spPr>
        <p:txBody>
          <a:bodyPr/>
          <a:lstStyle>
            <a:lvl1pPr>
              <a:defRPr sz="1800">
                <a:solidFill>
                  <a:schemeClr val="accent1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4B60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60642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23558500" y="12458699"/>
            <a:ext cx="388620" cy="42926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spcBef>
                <a:spcPts val="0"/>
              </a:spcBef>
              <a:defRPr sz="2000">
                <a:latin typeface="Graphik"/>
                <a:ea typeface="Graphik"/>
                <a:cs typeface="Graphik"/>
                <a:sym typeface="Graphik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338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00" strike="noStrike" sz="10000" u="none">
          <a:solidFill>
            <a:srgbClr val="FFFFFF"/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1pPr>
      <a:lvl2pPr marL="9144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2pPr>
      <a:lvl3pPr marL="13716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3pPr>
      <a:lvl4pPr marL="18288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4pPr>
      <a:lvl5pPr marL="22860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5pPr>
      <a:lvl6pPr marL="27432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6pPr>
      <a:lvl7pPr marL="32004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7pPr>
      <a:lvl8pPr marL="36576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8pPr>
      <a:lvl9pPr marL="4114800" marR="0" indent="-457200" algn="l" defTabSz="2438338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4000" u="none">
          <a:solidFill>
            <a:srgbClr val="FFFFFF"/>
          </a:solidFill>
          <a:uFillTx/>
          <a:latin typeface="Graphik Light"/>
          <a:ea typeface="Graphik Light"/>
          <a:cs typeface="Graphik Light"/>
          <a:sym typeface="Graphik Light"/>
        </a:defRPr>
      </a:lvl9pPr>
    </p:bodyStyle>
    <p:otherStyle>
      <a:lvl1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1pPr>
      <a:lvl2pPr marL="0" marR="0" indent="457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2pPr>
      <a:lvl3pPr marL="0" marR="0" indent="9144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3pPr>
      <a:lvl4pPr marL="0" marR="0" indent="1371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4pPr>
      <a:lvl5pPr marL="0" marR="0" indent="1828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5pPr>
      <a:lvl6pPr marL="0" marR="0" indent="22860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6pPr>
      <a:lvl7pPr marL="0" marR="0" indent="2743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7pPr>
      <a:lvl8pPr marL="0" marR="0" indent="32004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8pPr>
      <a:lvl9pPr marL="0" marR="0" indent="3657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Graphik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Author and Dat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Presentation Subtitle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3" name="Presentation Title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74" name="Screenshot 2026-06-16 at 19.52.35.png" descr="Screenshot 2026-06-16 at 19.52.3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2336" y="-2128557"/>
            <a:ext cx="24408672" cy="1585272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2316421">
              <a:defRPr spc="-95" sz="9500"/>
            </a:pPr>
          </a:p>
        </p:txBody>
      </p:sp>
      <p:sp>
        <p:nvSpPr>
          <p:cNvPr id="177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8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79" name="Screenshot 2026-06-16 at 19.52.44.png" descr="Screenshot 2026-06-16 at 19.52.4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9686" y="-2099328"/>
            <a:ext cx="24423372" cy="158622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2316421">
              <a:defRPr spc="-95" sz="9500"/>
            </a:pPr>
          </a:p>
        </p:txBody>
      </p:sp>
      <p:sp>
        <p:nvSpPr>
          <p:cNvPr id="182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3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84" name="Screenshot 2026-06-16 at 19.51.11.png" descr="Screenshot 2026-06-16 at 19.51.1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98" y="-2106146"/>
            <a:ext cx="24384001" cy="158367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2316421">
              <a:defRPr spc="-95" sz="9500"/>
            </a:pPr>
          </a:p>
        </p:txBody>
      </p:sp>
      <p:sp>
        <p:nvSpPr>
          <p:cNvPr id="187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8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89" name="Screenshot 2026-06-16 at 19.51.08.png" descr="Screenshot 2026-06-16 at 19.51.0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2900" y="-2091337"/>
            <a:ext cx="24389801" cy="1584046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2316421">
              <a:defRPr spc="-95" sz="9500"/>
            </a:pPr>
          </a:p>
        </p:txBody>
      </p:sp>
      <p:sp>
        <p:nvSpPr>
          <p:cNvPr id="192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3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94" name="Screenshot 2026-06-16 at 19.50.35.png" descr="Screenshot 2026-06-16 at 19.50.3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30412" y="-2160349"/>
            <a:ext cx="24444825" cy="1587620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2316421">
              <a:defRPr spc="-95" sz="9500"/>
            </a:pPr>
          </a:p>
        </p:txBody>
      </p:sp>
      <p:sp>
        <p:nvSpPr>
          <p:cNvPr id="197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8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99" name="Screenshot 2026-06-16 at 19.50.27.png" descr="Screenshot 2026-06-16 at 19.50.2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74" y="-2082065"/>
            <a:ext cx="24382252" cy="158355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lide Tit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2316421">
              <a:defRPr spc="-95" sz="9500"/>
            </a:pPr>
          </a:p>
        </p:txBody>
      </p:sp>
      <p:sp>
        <p:nvSpPr>
          <p:cNvPr id="202" name="Slide Subtitle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3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04" name="Screenshot 2026-06-16 at 19.50.19.png" descr="Screenshot 2026-06-16 at 19.50.19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73735" y="-2317315"/>
            <a:ext cx="24731470" cy="1606237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37_MinimalistDark">
  <a:themeElements>
    <a:clrScheme name="37_MinimalistDark">
      <a:dk1>
        <a:srgbClr val="4B6079"/>
      </a:dk1>
      <a:lt1>
        <a:srgbClr val="FFFFFF"/>
      </a:lt1>
      <a:dk2>
        <a:srgbClr val="6F6F6F"/>
      </a:dk2>
      <a:lt2>
        <a:srgbClr val="D5D5D5"/>
      </a:lt2>
      <a:accent1>
        <a:srgbClr val="9BAABB"/>
      </a:accent1>
      <a:accent2>
        <a:srgbClr val="4CECD6"/>
      </a:accent2>
      <a:accent3>
        <a:srgbClr val="31FD29"/>
      </a:accent3>
      <a:accent4>
        <a:srgbClr val="FEFB00"/>
      </a:accent4>
      <a:accent5>
        <a:srgbClr val="F8ADB9"/>
      </a:accent5>
      <a:accent6>
        <a:srgbClr val="DE9DFE"/>
      </a:accent6>
      <a:hlink>
        <a:srgbClr val="0000FF"/>
      </a:hlink>
      <a:folHlink>
        <a:srgbClr val="FF00FF"/>
      </a:folHlink>
    </a:clrScheme>
    <a:fontScheme name="37_MinimalistDark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7_Minimalist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chemeClr val="accent1">
                <a:satOff val="5092"/>
                <a:lumOff val="-28652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37_MinimalistDark">
  <a:themeElements>
    <a:clrScheme name="37_MinimalistDark">
      <a:dk1>
        <a:srgbClr val="000000"/>
      </a:dk1>
      <a:lt1>
        <a:srgbClr val="FFFFFF"/>
      </a:lt1>
      <a:dk2>
        <a:srgbClr val="6F6F6F"/>
      </a:dk2>
      <a:lt2>
        <a:srgbClr val="D5D5D5"/>
      </a:lt2>
      <a:accent1>
        <a:srgbClr val="9BAABB"/>
      </a:accent1>
      <a:accent2>
        <a:srgbClr val="4CECD6"/>
      </a:accent2>
      <a:accent3>
        <a:srgbClr val="31FD29"/>
      </a:accent3>
      <a:accent4>
        <a:srgbClr val="FEFB00"/>
      </a:accent4>
      <a:accent5>
        <a:srgbClr val="F8ADB9"/>
      </a:accent5>
      <a:accent6>
        <a:srgbClr val="DE9DFE"/>
      </a:accent6>
      <a:hlink>
        <a:srgbClr val="0000FF"/>
      </a:hlink>
      <a:folHlink>
        <a:srgbClr val="FF00FF"/>
      </a:folHlink>
    </a:clrScheme>
    <a:fontScheme name="37_MinimalistDark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7_MinimalistDar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chemeClr val="accent1">
                <a:satOff val="5092"/>
                <a:lumOff val="-28652"/>
              </a:schemeClr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0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Graphik Light"/>
            <a:ea typeface="Graphik Light"/>
            <a:cs typeface="Graphik Light"/>
            <a:sym typeface="Graphik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