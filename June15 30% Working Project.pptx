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ovzg4tcvnham/mnt/agents/output/airport_screenshots/images/Screenshot%202026-06-16%20at%2002.07.2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ovzg4tcvnham/mnt/agents/output/airport_screenshots/images/Screenshot%202026-06-16%20at%2002.07.2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ovzg4tcvnham/mnt/agents/output/airport_screenshots/images/Screenshot%202026-06-16%20at%2002.07.2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ovzg4tcvnham/mnt/agents/output/airport_screenshots/images/Screenshot%202026-06-16%20at%2002.07.3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ovzg4tcvnham/mnt/agents/output/airport_screenshots/images/Screenshot%202026-06-16%20at%2002.07.3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ovzg4tcvnham/mnt/agents/output/airport_screenshots/images/Screenshot%202026-06-16%20at%2002.07.3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ovzg4tcvnham/mnt/agents/output/airport_screenshots/images/Screenshot%202026-06-16%20at%2002.07.3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vovzg4tcvnham/mnt/agents/output/airport_screenshots/images/Screenshot%202026-06-16%20at%2002.08.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Airport Management System Screenshots</dc:title>
  <dc:subject>Airport Management System Screenshots</dc:subject>
  <dc:creator>Kimi</dc:creator>
  <cp:lastModifiedBy>Kimi</cp:lastModifiedBy>
  <cp:revision>1</cp:revision>
  <dcterms:created xsi:type="dcterms:W3CDTF">2026-06-15T21:49:51Z</dcterms:created>
  <dcterms:modified xsi:type="dcterms:W3CDTF">2026-06-15T21:49:51Z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{"Label":"Airport Management System Screenshots","ContentProducer":"001191110108MACG2KBH8F10000","ProduceID":"19ecd419-4752-8b15-8000-0000c0d3a70c","ReservedCode1":"","ContentPropagator":"001191110108MACG2KBH8F20000","PropagateID":"19ecd401-1472-8625-8000-091c171d59a3","ReservedCode2":""}</vt:lpwstr>
  </property>
</Properties>
</file>